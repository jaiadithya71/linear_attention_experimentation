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Supervisor review. No claim of a new successful model accelerator. All measurements are taken from repository CSVs; no data generated for this deck.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Tesla T4 experiments | 5 October 2026 | Jaiadithya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lab/attention.py; lab/adaptive.py; run_router_detailed.py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run_efficiency.py; run_retrieval.py; run_qwen.py; run_adaptive.py; lab/router_detailed.py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results/run_config_*.json; results/router_detailed*/manifest.json; qwen_data_manifest.json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fp16 SDPA 771.616 ms; linear 6.546 ms but nonfinite. fp16 linear_acc32 16.562 ms and finite. Naive first OOM: fp32 N16384, fp16 N32768. See next slide for memory.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results/efficiency.csv; figures/latency.png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N65536 fp32 extra MiB: SDPA128, linear514.0967; fp16 SDPA64, linear257.0483, linear_acc32642.0967. fp16 linear nonfinite at32768/65536; acc32 finite. OOMs not plotted as zero. Native math and complexity do not imply lower measured allocation than optimized exact kernels.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results/efficiency.csv; figures/memory.png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scales the query to make selection sharp. At fp32 beta64 N1024: local152/300, linear1/300; N65536 local3/300 linear0/300. SDPA 300/300 all settings. Wilson95 upper bound at0/300 is1.2643%; observed zero is not a true-probability guarantee. CIs in source.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results/retrieval.csv; figures/retrieval.png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results/qwen_quality.csv; results/qwen_prefill.csv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cohort only. sdpa_mha expands grouped key/value heads. Do not pool original timings with the detailed CUDA12.8 cohort. N1024..32768, peak extra allocation measured. Untrained linear/local-window quality is worse on the matched original 16 windows.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results/qwen_prefill.csv; figures/qwen_prefill.png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results/adaptive_efficiency.csv; adaptive_retrieval.csv; adaptive_qwen_quality.csv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PPL13.145472858. Original.1 13.146236413, oneshot.1 13.146910145, cached.1 baseline. Oneshot.4 +4.9255%, cached.4 +4.0813%. Timing transformer hidden-state prefill, not decode. Charts are original repository assets, not redrawn.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results/router_detailed_qwen/qwen_quality.csv; qwen_prefill.csv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results/router_detailed_qwen/qwen_choices.csv; qwen_activation_heads.csv; qwen_prefill.csv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regimes x causal/noncausal x fp16/fp32. One-shot wins62/192 cells. Cached same-input84/192. Original59/178 successful;14/192 OOMs. Original survivor medians optimistic. Cached_same idealized, not deployment. Repeated8-call curve measured total normalized by actual8 calls.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results/router_detailed/scaling.csv; make_router_detailed_report.py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filter tol=.1,n_probe16,rank&gt;0. 1006/1728 accepted;28 mean failures;350 p95 failures. Audits256 disjoint rows. Gate checks mean only, not p95. More probes reduce mean false acceptance, not a tail guarantee.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results/router_detailed/sensitivity_heads.csv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38/684 selected-linear head cases have full-query mean&gt;.1. Chart max aggregation across512..4096 and both masks/dtypes. Rare max1.015, relative L2 not "2x wrong" and not model perplexity. Full-query audits beyond4096 unmeasured.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results/router_detailed/scaling_heads.csv; validation_scope=all_query_rows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drift group has1346 reused-linear head cases. Same-distribution new draws sometimes fail. Shifted rare-sharp passes sampled mean/p95, but all-query rare-sharp result rules out interpreting sampled success as universal safety.</a:t>
            </a:r>
          </a:p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results/router_detailed/scaling_heads.csv; nonempty cache_target, rank&gt;0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manifests; qwen_data_manifest.json; results/router_detailed/post_result_changes.md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Source: all repository CSVs; current 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Source snapshot: 8096d83526f4d134778e438484fc02a5ff1f2af7. Repository: https://github.com/Jaiadithya71/linear-attention-benchmark</a:t>
            </a:r>
          </a:p>
          <a:p>
            <a:r>
              <a:t>Source snapshot: 8096d83526f4d134778e438484fc02a5ff1f2af7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Where linear attention stops being a safe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Measured boundary + a negative adaptive-router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Tesla T4 experiments | 5 October 2026 | Jaiadithya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078992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700" b="0">
                <a:solidFill>
                  <a:srgbClr val="251F21"/>
                </a:solidFill>
                <a:latin typeface="Georgia"/>
              </a:defRPr>
            </a:pPr>
            <a:r>
              <a:t>Cheaper attention is possible.</a:t>
            </a:r>
          </a:p>
          <a:p>
            <a:pPr>
              <a:spcAft>
                <a:spcPts val="1000"/>
              </a:spcAft>
              <a:defRPr sz="3700" b="0">
                <a:solidFill>
                  <a:srgbClr val="251F21"/>
                </a:solidFill>
                <a:latin typeface="Georgia"/>
              </a:defRPr>
            </a:pPr>
            <a:r>
              <a:t>Safe replacement is input-dependent.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886200"/>
            <a:ext cx="5303520" cy="1810512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050791"/>
            <a:ext cx="490118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Synthetic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672584"/>
            <a:ext cx="4901183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Long inputs can benefit when their attention is easy to approximate.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86200"/>
            <a:ext cx="5440680" cy="1810512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4050791"/>
            <a:ext cx="503834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Real-model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4672584"/>
            <a:ext cx="5038344" cy="8961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The tested router does not accelerate Qwen2.5-0.5B at measured lengths.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The question is cost AND preserved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Can a router choose the cheapest acceptable feature count per input/head?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lab/attention.py; lab/adaptive.py; run_router_detailed.py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94960" cy="306324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84832"/>
            <a:ext cx="499262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Exact softmax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06624"/>
            <a:ext cx="4992624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Each query compares with all keys.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All-pairs work grows roughly as N².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Optimized SDPA avoids our dense score matrix.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306324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84832"/>
            <a:ext cx="499262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Kernelized linear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706624"/>
            <a:ext cx="4992624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Compress keys and values into a summary.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At fixed feature width, work grows roughly as N.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Compression can blur a precise lookup.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949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N = sequence length. Faster arithmetic is not enough if the returned information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Four connected tests, one router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A head is one parallel attention lookup. Rank is the number of random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run_efficiency.py; run_retrieval.py; run_qwen.py; run_adaptive.py; lab/router_detailed.py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743200" cy="1874519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408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1 /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15184"/>
            <a:ext cx="2340864" cy="9601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GPU latency, allocated memory, finiteness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828800"/>
            <a:ext cx="2743200" cy="1874519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23408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2 /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15184"/>
            <a:ext cx="2340864" cy="9601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One matching key among many distractors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828800"/>
            <a:ext cx="2743200" cy="1874519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93392"/>
            <a:ext cx="23408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3 / Qwen swap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15184"/>
            <a:ext cx="2340864" cy="9601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Pretrained weights, no fine-tuning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1828800"/>
            <a:ext cx="2743200" cy="1874519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1993392"/>
            <a:ext cx="23408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4 / Router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615184"/>
            <a:ext cx="2340864" cy="9601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Probe reliability, tails, drift and crossover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35796D"/>
                </a:solidFill>
                <a:latin typeface="Arial"/>
              </a:defRPr>
            </a:pPr>
            <a:r>
              <a:t>16 exact probe queries → try 64 / 256 / 1024 features → choose first passing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37760"/>
            <a:ext cx="1097280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51F21"/>
                </a:solidFill>
                <a:latin typeface="Arial"/>
              </a:defRPr>
            </a:pPr>
            <a:r>
              <a:t>Default gate: mean relative output-vector error ≤ 0.1. If none passes, exact fallback.</a:t>
            </a:r>
          </a:p>
          <a:p>
            <a:pPr>
              <a:spcAft>
                <a:spcPts val="1000"/>
              </a:spcAft>
              <a:defRPr sz="2100" b="0">
                <a:solidFill>
                  <a:srgbClr val="251F21"/>
                </a:solidFill>
                <a:latin typeface="Arial"/>
              </a:defRPr>
            </a:pPr>
            <a:r>
              <a:t>The forced-rank variant uses 1024 even when the gate fails. It is not a safe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Run design keeps speed and quality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Original Colab measurements and detailed follow-up are distinct cohorts.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results/run_config_*.json; results/router_detailed*/manifest.json; qwen_data_manifest.json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38528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791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Original cohort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Detailed follow-up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T4; torch 2.11.0+cu130 / CUDA 13.0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T4; torch 2.11.0+cu128 / CUDA 12.8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Basic: N=512..65,536; fp16/fp32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18 synthetic regimes; 3 sensitivity seeds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Retrieval: 300 seeded trials per cell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9 tolerances; 6 probe counts; ranks 64/256/1024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Qwen swap: 16 windows, context 2048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Matched Qwen: 16 held-out windows, 32,752 tokens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Adaptive: separate 8-window Qwen test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Quality at 2048; model timing at 1024..8192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60527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5796D"/>
                </a:solidFill>
                <a:latin typeface="Arial"/>
              </a:defRPr>
            </a:pPr>
            <a:r>
              <a:t>CUDA events + measured allocation peaks + saved failures. Prefill timing excludes the vocabulary 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Basic linear attention is fast at long lengths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Attention-only, noncausal; batch 1, 8 heads, dimension 64. Log latency axes.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results/efficiency.csv; figures/latency.png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8" name="Picture 7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28800"/>
            <a:ext cx="10387584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At 65,536: fp32 SDPA 3,446 ms vs linear 15.1 ms. This is not a quality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Memory and numerical stability qualify the speed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Memory chart: extra PyTorch allocated memory above inputs; code units are MiB.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results/efficiency.csv; figures/memory.png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28800"/>
            <a:ext cx="10387584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SDPA uses less extra allocation than basic linear here. Pure fp16 linear fails at 32k+.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The lookup boundary: fast can mean unable to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Original chart excerpt: beta=64, fp32/fp16. 300 identical seeded trials per cell.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results/retrieval.csv; figures/retrieval.png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retrieval_beta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901951"/>
            <a:ext cx="11247120" cy="3749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fp32, beta=64, N=4096: SDPA 300/300; local-window 45/300; linear 0/300.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Untrained Qwen swaps damage language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Perplexity = next-token surprise; lower is better on the same test windows.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results/qwen_quality.csv; results/qwen_prefill.csv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01168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30352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Original 16-window variant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Perplexity at context 2048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SDPA baseline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12.64966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Head-expanded SDPA (sdpa_mha)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12.64988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Local-window swap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61.38022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Basic linear swap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4,532.95279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02920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35796D"/>
                </a:solidFill>
                <a:latin typeface="Arial"/>
              </a:defRPr>
            </a:pPr>
            <a:r>
              <a:t>No training or fine-tuning. This rejects an untrained swap here, not trained linear-attention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85254"/>
                </a:solidFill>
                <a:latin typeface="Arial"/>
              </a:defRPr>
            </a:pPr>
            <a:r>
              <a:t>The head-expanded exact path is the fair efficient baseline on this T4 setup; API path choice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Original Qwen prefill needs a fair exact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Transformer body only; pretrained fp16 weights. Faster swaps are not quality-preserving.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results/qwen_prefill.csv; figures/qwen_prefill.png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8" name="Picture 7" descr="qwen_pref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28800"/>
            <a:ext cx="10387584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Head-expanded SDPA changes the timing baseline. Read speed together with the quality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Initial adaptive results motivated the stricter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Different heads can choose different ranks. That alone does not establish accuracy.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results/adaptive_efficiency.csv; adaptive_retrieval.csv; adaptive_qwen_quality.csv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5303520" cy="310896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490118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Mild synthetic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52344"/>
            <a:ext cx="4901183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fp32, N=65,536, small-scale: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rank 256 for all 8 heads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router 116.8 ms vs SDPA 3,546.0 ms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fixed rank 256: 69.9 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349240" cy="310896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30552"/>
            <a:ext cx="494690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Pretrained Qwen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752344"/>
            <a:ext cx="4946903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8-window test: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forced ranks nonfinite on all windows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exact fallback on 2667/2688 heads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PPL 11.59157 vs baseline 11.59154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40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35796D"/>
                </a:solidFill>
                <a:latin typeface="Arial"/>
              </a:defRPr>
            </a:pPr>
            <a:r>
              <a:t>Selection has a cost. Forced ranks can fail. Near-baseline quality can simply mean "choose exact."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Detailed Qwen: no measured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Same 16 held-out windows for every method. Quality at 2048; speed at 1k..8k.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results/router_detailed_qwen/qwen_quality.csv; qwen_prefill.csv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qwen_quality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171" y="1828800"/>
            <a:ext cx="9207176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At .1: quality nearly holds, but every router is slower. At .4: quality worsens, still no speedup.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Good quality is mostly an exact-fallback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Do not interpret unchanged perplexity as successful linear reuse.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results/router_detailed_qwen/qwen_choices.csv; qwen_activation_heads.csv; qwen_prefill.csv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3429000" cy="210312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30266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0 / 1,344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98064"/>
            <a:ext cx="3026664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Cached .1 chose zero linear heads across the four timing inputs.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429000" cy="210312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30266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8 / 1,344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98064"/>
            <a:ext cx="3026664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Original/one-shot .1 chose linear for only 0.60% of timing choices.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011680"/>
            <a:ext cx="3429000" cy="210312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176272"/>
            <a:ext cx="302666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0 / 280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798064"/>
            <a:ext cx="3026664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Captured-activation cases accepted linear at .1 with 16 probes.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4526280"/>
          <a:ext cx="110185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04"/>
                <a:gridCol w="2203704"/>
                <a:gridCol w="2203704"/>
                <a:gridCol w="2203704"/>
                <a:gridCol w="2203704"/>
              </a:tblGrid>
              <a:tr h="5257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N=2048 prefill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Original .1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Probe-first .1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Cached .1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Median latency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105.3 ms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1,106.0 ms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792.3 ms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143.4 ms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Counts are from timing/capture inputs, not the 16 quality windows. Cached .4: 64/1,344 linear choices.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Synthetic wins emerge only under favorable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Speedup &gt;1 is faster than matched SDPA. Both axes are logarithmic.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results/router_detailed/scaling.csv; make_router_detailed_report.py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8" name="Picture 7" descr="synthetic_cross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828800"/>
            <a:ext cx="7303770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One-shot median: 0.486x at 8k → 1.725x at 32k → 3.558x at 65,536.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Passing sampled probes is not an accuracy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Mean relative L2 = average output-vector difference relative to the exact output size.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results/router_detailed/sensitivity_heads.csv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8" name="Picture 7" descr="probe_audit_fail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828800"/>
            <a:ext cx="9738360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Of 1,006 accepted linear cases at .1 / 16 probes: 2.8% fail audit mean; 34.8% fail p95.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A small mean can hide a severe rare-query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All-query audit through N=4096. The p95 is the error below which 95% of queries fall.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results/router_detailed/scaling_heads.csv; validation_scope=all_query_rows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8" name="Picture 7" descr="all_query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84" y="1828800"/>
            <a:ext cx="8240150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Rare-sharp: mean and p95 &lt;0.1, but worst-query relative error reaches 1.015.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Cached ranks become unsafe under tested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Reuse must be checked on changed inputs, not justified by same-input timing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results/router_detailed/scaling_heads.csv; nonempty cache_target, rank&gt;0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8" name="Picture 7" descr="cache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77" y="1828800"/>
            <a:ext cx="8287965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806440"/>
            <a:ext cx="1097280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5796D"/>
                </a:solidFill>
                <a:latin typeface="Arial"/>
              </a:defRPr>
            </a:pPr>
            <a:r>
              <a:t>Every tested unit-scale drift case exceeds .1 mean and p95 error (1,346 reused-linear heads).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Limits are part of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A benchmark boundary is useful only when its scope is explicit.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manifests; qwen_data_manifest.json; results/router_detailed/post_result_changes.md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5303520" cy="361188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490118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Evidence stops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52344"/>
            <a:ext cx="4901183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One T4, one model, one corpus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16 quality windows, selected layers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Qwen quality only at 2048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Detailed model speed only through 8192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Full-query synthetic audit only through 4096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349240" cy="361188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30552"/>
            <a:ext cx="494690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Execution history is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752344"/>
            <a:ext cx="4946903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First follow-up failed at Qwen capture: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a two-value return was unpacked as three.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One-line fix + regression test.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Only Qwen resumed; settings unchanged.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Original source and partial manifest retained.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5796D"/>
                </a:solidFill>
                <a:latin typeface="Arial"/>
              </a:defRPr>
            </a:pPr>
            <a:r>
              <a:t>Finite outputs ≠ safe approximation. No decode result. No extrapolated Qwen crossover.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Conclusion: keep the negative result intact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The contribution is a measured boundary and a tested failure mode, not a speedup claim.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Source: all repository CSVs; current SUMMARY.md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303520" cy="310896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490118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What the evidence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98064"/>
            <a:ext cx="4901183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Long synthetic inputs can be cheaper.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Sharp selection is fragile.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Mean-probe acceptance misses tails.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The current router is not a Qwen accelerator.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49240" cy="3108960"/>
          </a:xfrm>
          <a:prstGeom prst="rect">
            <a:avLst/>
          </a:prstGeom>
          <a:solidFill>
            <a:srgbClr val="F4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76272"/>
            <a:ext cx="4946903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What a next version must 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798064"/>
            <a:ext cx="4946903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Tail / worst-query acceptance criteria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Numerical stability on real activations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Drift-aware cache invalidation</a:t>
            </a:r>
          </a:p>
          <a:p>
            <a:pPr>
              <a:spcAft>
                <a:spcPts val="1000"/>
              </a:spcAft>
              <a:defRPr sz="1900" b="0">
                <a:solidFill>
                  <a:srgbClr val="251F21"/>
                </a:solidFill>
                <a:latin typeface="Arial"/>
              </a:defRPr>
            </a:pPr>
            <a:r>
              <a:t>Matched real-model latency + quality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864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5796D"/>
                </a:solidFill>
                <a:latin typeface="Arial"/>
              </a:defRPr>
            </a:pPr>
            <a:r>
              <a:t>Proposed tests are future work, not implemented capabilities or predicted successes.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058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35796D"/>
                </a:solidFill>
                <a:latin typeface="Arial"/>
              </a:defRPr>
            </a:pPr>
            <a:r>
              <a:t>LINEAR ATTENTION / EXPERIMENT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4712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51F21"/>
                </a:solidFill>
                <a:latin typeface="Georgia"/>
              </a:defRPr>
            </a:pPr>
            <a:r>
              <a:t>Reproducibility and review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85254"/>
                </a:solidFill>
                <a:latin typeface="Arial"/>
              </a:defRPr>
            </a:pPr>
            <a:r>
              <a:t>Every number is traceable to CSV rows. Charts are the original repository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AE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85254"/>
                </a:solidFill>
                <a:latin typeface="Arial"/>
              </a:defRPr>
            </a:pPr>
            <a:r>
              <a:t>Source snapshot: 8096d83526f4d134778e438484fc02a5ff1f2af7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85254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965960"/>
          <a:ext cx="1097279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98079"/>
              </a:tblGrid>
              <a:tr h="5257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 topic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saved evidence</a:t>
                      </a:r>
                    </a:p>
                  </a:txBody>
                  <a:tcPr marL="109728" marR="109728" marT="91440" marB="91440">
                    <a:solidFill>
                      <a:srgbClr val="35796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Basic speed / memory / lookup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results/efficiency.csv; retrieval.csv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Original model swaps / adaptive tests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results/qwen_*.csv; adaptive_*.csv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Detailed synthetic speed / errors / drift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router_detailed/: scaling, scaling_heads, sensitivity_heads CSVs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Detailed Qwen quality / latency / fallback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router_detailed_qwen/: quality, prefill, choices CSVs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Environment / failure / provenance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51F21"/>
                          </a:solidFill>
                          <a:latin typeface="Arial"/>
                        </a:defRPr>
                      </a:pPr>
                      <a:r>
                        <a:t>Run configs; manifests; original source; change disclosure</a:t>
                      </a:r>
                    </a:p>
                  </a:txBody>
                  <a:tcPr marL="109728" marR="109728" marT="91440" marB="91440">
                    <a:solidFill>
                      <a:srgbClr val="F4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04688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5796D"/>
                </a:solidFill>
                <a:latin typeface="Arial"/>
              </a:defRPr>
            </a:pPr>
            <a:r>
              <a:t>Repository: github.com/Jaiadithya71/linear-attention-benchmark</a:t>
            </a:r>
          </a:p>
          <a:p>
            <a:pPr>
              <a:spcAft>
                <a:spcPts val="1000"/>
              </a:spcAft>
              <a:defRPr sz="1500" b="1">
                <a:solidFill>
                  <a:srgbClr val="35796D"/>
                </a:solidFill>
                <a:latin typeface="Arial"/>
              </a:defRPr>
            </a:pPr>
            <a:r>
              <a:t>Newcomer documentation: docs/PROJECT_GUIDE.md</a:t>
            </a:r>
          </a:p>
          <a:p>
            <a:pPr>
              <a:spcAft>
                <a:spcPts val="1000"/>
              </a:spcAft>
              <a:defRPr sz="1500" b="1">
                <a:solidFill>
                  <a:srgbClr val="35796D"/>
                </a:solidFill>
                <a:latin typeface="Arial"/>
              </a:defRPr>
            </a:pPr>
            <a:r>
              <a:t>Recreate detailed figures: python make_router_detailed_report.py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