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Retrieval accuracy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ReLU+1 r=64</c:v>
                  </c:pt>
                  <c:pt idx="1">
                    <c:v>FAVOR+ r=64</c:v>
                  </c:pt>
                  <c:pt idx="2">
                    <c:v>FAVOR+ r=256</c:v>
                  </c:pt>
                  <c:pt idx="3">
                    <c:v>FAVOR+ r=1024</c:v>
                  </c:pt>
                  <c:pt idx="4">
                    <c:v>Softmax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0.142</c:v>
                </c:pt>
                <c:pt idx="1">
                  <c:v>0.101</c:v>
                </c:pt>
                <c:pt idx="2">
                  <c:v>0.156</c:v>
                </c:pt>
                <c:pt idx="3">
                  <c:v>0.267</c:v>
                </c:pt>
                <c:pt idx="4">
                  <c:v>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6350" cap="flat">
              <a:solidFill>
                <a:srgbClr val="E1E7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Linear vs naive softmax</c:v>
                </c:pt>
              </c:strCache>
            </c:strRef>
          </c:tx>
          <c:spPr>
            <a:solidFill>
              <a:srgbClr val="0E7C86"/>
            </a:solidFill>
            <a:ln w="25400" cap="flat">
              <a:solidFill>
                <a:srgbClr val="0E7C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</c:v>
                  </c:pt>
                  <c:pt idx="1">
                    <c:v>32</c:v>
                  </c:pt>
                  <c:pt idx="2">
                    <c:v>64</c:v>
                  </c:pt>
                  <c:pt idx="3">
                    <c:v>128</c:v>
                  </c:pt>
                  <c:pt idx="4">
                    <c:v>256</c:v>
                  </c:pt>
                  <c:pt idx="5">
                    <c:v>512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13</c:v>
                </c:pt>
                <c:pt idx="2">
                  <c:v>12.3</c:v>
                </c:pt>
                <c:pt idx="3">
                  <c:v>9.7</c:v>
                </c:pt>
                <c:pt idx="4">
                  <c:v>10</c:v>
                </c:pt>
                <c:pt idx="5">
                  <c:v>8.1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Linear vs flash/SDPA</c:v>
                </c:pt>
              </c:strCache>
            </c:strRef>
          </c:tx>
          <c:spPr>
            <a:solidFill>
              <a:srgbClr val="E09F3E"/>
            </a:solidFill>
            <a:ln w="25400" cap="flat">
              <a:solidFill>
                <a:srgbClr val="E09F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09F3E"/>
              </a:solidFill>
              <a:ln w="9525" cap="flat">
                <a:solidFill>
                  <a:srgbClr val="E09F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</c:v>
                  </c:pt>
                  <c:pt idx="1">
                    <c:v>32</c:v>
                  </c:pt>
                  <c:pt idx="2">
                    <c:v>64</c:v>
                  </c:pt>
                  <c:pt idx="3">
                    <c:v>128</c:v>
                  </c:pt>
                  <c:pt idx="4">
                    <c:v>256</c:v>
                  </c:pt>
                  <c:pt idx="5">
                    <c:v>512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10.2</c:v>
                </c:pt>
                <c:pt idx="1">
                  <c:v>9.4</c:v>
                </c:pt>
                <c:pt idx="2">
                  <c:v>9</c:v>
                </c:pt>
                <c:pt idx="3">
                  <c:v>7.8</c:v>
                </c:pt>
                <c:pt idx="4">
                  <c:v>9.4</c:v>
                </c:pt>
                <c:pt idx="5">
                  <c:v>8.8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1E7ED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speedup (×)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vs Softmax vs Sparse vs Flash Attention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146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efficiency, output deviation and retrieval quality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3  |  PDCA Research Workbook  |  Tesla T4, float32, PyTorch 2.11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097280" cy="10972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compared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Q, K, V and dimensions for every method: B=1, H=4, d_k = d_v = r = 64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1737360"/>
                <a:gridCol w="17373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softmax?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Softmax (naive)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 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/ SDPA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 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 (local, w=64)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nearby keys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w 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(ReLU+1)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different kernel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r d_v)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O(r d_v)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passed first: </a:t>
            </a:r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3-token example (linear = [4.8, 5.2]), explicit vs reordered linear agree to ~1e-16, and the causal test showed no future leakage.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</a:t>
            </a:r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T4 the “flash” path ran PyTorch's memory-efficient exact kernel, not the FlashAttention-2 kernel (needs Ampere+ and fp16).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Efficiency: linear wins on speed and memory from N = 1,024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Latency, extra peak memory and speedup as sequence length grows from 64 to 65,536</a:t>
            </a:r>
            <a:endParaRPr lang="en-US" sz="1300" dirty="0"/>
          </a:p>
        </p:txBody>
      </p:sp>
      <p:pic>
        <p:nvPicPr>
          <p:cNvPr id="4" name="Image 0" descr="fig_e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8412480" cy="217656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361188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68503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 ms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1422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at N=65,536 (flash/SDPA: 1,602 ms)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560320" y="361188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51760" y="368503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OOM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2651760" y="41422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softmax at N=32,768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361188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4880" y="368503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257 MB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41422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memory at 65,536 vs 8,208 MB naive at 16,384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66560" y="361188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9F3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0" y="368503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0.54×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41422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at N=64: slower below ~N=512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the speed comes at a large retrieval cost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Key-value retrieval with distractors, 16 classes, chance = 6%</a:t>
            </a:r>
            <a:endParaRPr lang="en-US" sz="1300" dirty="0"/>
          </a:p>
        </p:txBody>
      </p:sp>
      <p:pic>
        <p:nvPicPr>
          <p:cNvPr id="4" name="Image 0" descr="fig_r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394960" cy="1708987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0" y="1143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35040" y="121615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167335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accuracy at N=1,024 (softmax: 100%)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943600" y="219456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35040" y="226771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035040" y="27249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relative output error vs softmax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09F3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0" y="33192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/ 24%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37764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at N=1,024: local vs global targets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310896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Flash/SDPA matches softmax exactly (error ~1e-7). Sparse is perfect when the target is inside its window and collapses when it is not.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linear attention be rescued?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features help only slowly, and the speed advantage shrinks as head dimension grows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map and size r (N = 1,024)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463040"/>
          <a:ext cx="42062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84632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dimension d (N = 4,096)</a:t>
            </a:r>
            <a:endParaRPr lang="en-US" sz="14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4754880" y="1463040"/>
          <a:ext cx="402336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16× more state (r=1024) reaches only 27% accuracy. Signal strength barely helps linear (0.08 to 0.18) while softmax reaches 100% by scale 8.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test: no method wins on both speed and quality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≥2× speedup vs naive softmax AND accuracy within δ = 0.05 of softmax</a:t>
            </a:r>
            <a:endParaRPr lang="en-US" sz="1300" dirty="0"/>
          </a:p>
        </p:txBody>
      </p:sp>
      <p:pic>
        <p:nvPicPr>
          <p:cNvPr id="4" name="Image 0" descr="fig_tr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20640" cy="173268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1188720"/>
          <a:ext cx="3200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822960"/>
                <a:gridCol w="960120"/>
                <a:gridCol w="640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(global)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13× at 4,096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−0.86 to −0.91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 at 4,096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−0.76 to −0.89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Flash/SDPA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~1× (exact)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0.00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09F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9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2461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passes in the local-target setting (Δ = 0.00), so its result depends on where the information sits.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623560" y="31089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Flash/SDPA is the fair engineering control: exact, O(N) memory, and 1,602 ms vs linear's 9.7 ms at N=65,536.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7FD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attention scales as claimed: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slope 0.8 vs 1.8 for softmax, linear memory, and 165× faster than flash/SDPA at N=65,536.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F2B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with ReLU+1 it loses the retrieval task: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 vs 100% at N=1,024, and the gap widens as N grows.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7FD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attention is not the bottleneck it was: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flash-style kernels avoid the N×N memory and never ran out of memory up to 65,536.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F2B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Sparse is a locality bet: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inside its window, chance-level outside it.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one GPU (T4), fp32, random data, non-causal, no positional encoding, one feature-map family. Results apply to these settings only.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train or adapt a model with linear layers, try sharper feature maps, and re-run on an Ampere GPU with the true FlashAttention kernel.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2026-09-30T05:50:00Z</dcterms:created>
  <dcterms:modified xsi:type="dcterms:W3CDTF">2026-09-30T05:50:00Z</dcterms:modified>
</cp:coreProperties>
</file>